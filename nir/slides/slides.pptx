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</p:sldMasterIdLst>
  <p:sldIdLst>
    <p:sldId id="256" r:id="rId21"/>
    <p:sldId id="257" r:id="rId22"/>
    <p:sldId id="258" r:id="rId2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8D58AE1-E677-4D12-AE43-B1F66B70C1A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BDA6DE-47FF-41B1-9F2D-7CE56A6811C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AD94E-C313-41D6-9AF4-2B116D0B135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50B87B4-9411-4A2E-8860-DA6476827A6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991F0C-1A68-4BF7-98C1-89CB052412E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691E5-6B43-49E6-A338-0078D525F84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2041447-6509-4D66-BEDB-594198165D1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037A76-C520-4465-80EA-747A25A8DAF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C6383F5-CB80-45CA-8F56-F4B2DCCBF0EA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D8DEB65-0376-471E-9513-2014A6D6B74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014ADF-BBC6-42F8-B4EF-074AD1782F7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6ADDEFB-56B0-4D16-A3BF-5B58B17683B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59B6181-A1C9-4E5C-8435-3A61656CE1A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E7A9522-E6C9-49DC-93FF-0CB8A205DEDE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A2672D7-4295-434F-9285-BB077EA3F83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D66E1A1-EADE-47F3-AB64-8F3B9C6A9AF6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E2D32F6-F2D0-480D-87C8-BBCA561B25C2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08F505E-4821-47C9-9011-4054D4F1CC92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90F7AEA-292A-4F4E-AD12-A7E32E0A35C1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B9928EF-0D01-4413-B5FE-FFF7045EBAF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8747EF0-2E06-4D9F-8940-9ACE086C7254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777B0CF-E0B6-4C2A-8C42-1205EB2C89B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E992B87-0E9E-4C25-AA51-F1B5259549A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9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0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1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2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EE5881-2EBA-4DB8-9174-C8D3C43DC797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53EDC7-8AD3-4503-89CD-11569494D13D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E59A50-1DC8-4B68-ABE8-97BBE3968483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EED7CE-39A6-4D22-9F7D-01218738D31D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693D1F-0AB9-4E4F-B6F5-929CEA5DAD32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16CECA-D7DA-4A52-AF1B-0B0F1EDEE75C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CE3CF5-1A13-4292-B699-0652A3969BFC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8A3778-6873-4968-99CA-E01BBE1E6F8F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2221E5-C95A-4B68-976C-6FB1C67AD67F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9097FE-925F-4155-BBCB-440A5178F4A6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332627-8A03-4242-ADB6-7B58DF492182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B167F4-F21D-495E-9EB1-6B7EAAD1CB2B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33800C-3B7F-4575-BB8F-79B9ED2900CD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6920" cy="341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0870DB-A424-4807-930D-80344109F11A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4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E35E6F-6E12-4172-9A3A-7326E043F9A1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095DD3-A043-4B94-B276-C112FDA7AFEF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7ACD29-40BB-401B-8489-97369C12B484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36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7C8C4B-AD5D-42F7-B980-8A903F1BD1C7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563C7A-47EF-4F1E-B92F-36B8085FD12B}" type="slidenum">
              <a:rPr b="0" lang="ru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2000" y="89640"/>
            <a:ext cx="8833680" cy="59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МОСКОВСКИЙ ГОСУДАРСТВЕННЫЙ ТЕХНИЧЕСКИЙ УНИВЕРСИТЕТ ИМЕНИ Н.Э. БАУМАНА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(НАЦИОНАЛЬНЫЙ ИССЛЕДОВАТЕЛЬСКИЙ УНИВЕРСИТЕТ)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311760" y="3109320"/>
            <a:ext cx="8519400" cy="154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Студент: Курачева Ксения Дмитриевна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Группа: ИУ7-73Б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Руководитель: Никульшина Т.А.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ubTitle"/>
          </p:nvPr>
        </p:nvSpPr>
        <p:spPr>
          <a:xfrm>
            <a:off x="346680" y="4654440"/>
            <a:ext cx="8519400" cy="4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МОСКВА, 2025 ГОД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Google Shape;57;p13"/>
          <p:cNvSpPr/>
          <p:nvPr/>
        </p:nvSpPr>
        <p:spPr>
          <a:xfrm>
            <a:off x="228600" y="1828800"/>
            <a:ext cx="863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Методы мультикритериального поиска путей в графах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Цель и задачи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Целью данной работы является исследование основных методов мультикритериального поиска путей в графах.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Для достижения поставленной цели необходимо выполнить следующие задачи: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— </a:t>
            </a: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проанализировать предметную область логистики и транспортных сетей;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— </a:t>
            </a: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формализовать задачу мультикритериального поиска путей в графах в виде IDEF0 диаграммы;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— </a:t>
            </a: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рассмотреть основные методы или группы методов решения задачи мультикритериального поиска путей;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just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— </a:t>
            </a:r>
            <a:r>
              <a:rPr b="0" lang="ru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провести сравнительный анализ рассмотренных методов.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Google Shape;64;p14"/>
          <p:cNvSpPr/>
          <p:nvPr/>
        </p:nvSpPr>
        <p:spPr>
          <a:xfrm>
            <a:off x="8783640" y="4703760"/>
            <a:ext cx="279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Таблица сравнения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Google Shape;71;p15"/>
          <p:cNvSpPr/>
          <p:nvPr/>
        </p:nvSpPr>
        <p:spPr>
          <a:xfrm>
            <a:off x="8783640" y="4703760"/>
            <a:ext cx="279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3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14400" y="1285560"/>
            <a:ext cx="7543800" cy="305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LibreOffice/24.8.7.2$Linux_X86_64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2025-12-10T11:03:33Z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